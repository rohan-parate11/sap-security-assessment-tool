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SSAT: Automated SAP Security &amp; Compliance Assessment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a multi-day manual review into a repeatable, audit-ready scan.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1417320"/>
            <a:ext cx="5852160" cy="5257800"/>
          </a:xfrm>
          <a:prstGeom prst="rect">
            <a:avLst/>
          </a:prstGeom>
          <a:solidFill>
            <a:srgbClr val="16232E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37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checklist walkthroughs — days per engagement, done by hand in SAP GUI.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between consultants — no standard for what “good” looks like.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compiled into spreadsheets after the fact — nothing repeatable or scalable.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48640" cy="548640"/>
          </a:xfrm>
          <a:prstGeom prst="ellipse">
            <a:avLst/>
          </a:prstGeom>
          <a:solidFill>
            <a:srgbClr val="218A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737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651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3101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checks across users, roles &amp; system security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651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33101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days — full system scan turnaround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9776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46360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RFC calls logged for audit &amp; troubleshooting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39776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46360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report + criteria docs, generated instantly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5394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by design — built on standard SAP RFC, no new software to install.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Roadmap: From First Scan to Full Platform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builds on checks already proven live against a real SAP system.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38728" cy="4846320"/>
          </a:xfrm>
          <a:prstGeom prst="roundRect">
            <a:avLst>
              <a:gd name="adj" fmla="val 2067"/>
            </a:avLst>
          </a:prstGeom>
          <a:solidFill>
            <a:srgbClr val="EAF6EF"/>
          </a:solidFill>
          <a:ln w="19050">
            <a:solidFill>
              <a:srgbClr val="218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76272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Today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299008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automated checks — proven end to end on a real SAP system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Plain-English findings, not raw SAP table data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Excel report with full technical detail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554480"/>
            <a:ext cx="3538728" cy="4846320"/>
          </a:xfrm>
          <a:prstGeom prst="roundRect">
            <a:avLst>
              <a:gd name="adj" fmla="val 2067"/>
            </a:avLst>
          </a:prstGeom>
          <a:solidFill>
            <a:srgbClr val="EAF6EF"/>
          </a:solidFill>
          <a:ln w="19050">
            <a:solidFill>
              <a:srgbClr val="1E9E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9432" y="182880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9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176272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3063240"/>
            <a:ext cx="299008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 and remediation guidance on every finding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checks: GRC emergency access, SU24 maintenance review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pre-tested, least-privilege access role for every customer rollout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93024" y="1554480"/>
            <a:ext cx="3538728" cy="4846320"/>
          </a:xfrm>
          <a:prstGeom prst="roundRect">
            <a:avLst>
              <a:gd name="adj" fmla="val 2067"/>
            </a:avLst>
          </a:prstGeom>
          <a:solidFill>
            <a:srgbClr val="EAF6EF"/>
          </a:solidFill>
          <a:ln w="19050">
            <a:solidFill>
              <a:srgbClr val="6B75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67344" y="182880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67344" y="2176272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Horizon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467344" y="3063240"/>
            <a:ext cx="299008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dashboards with risk heat maps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AI-assisted, prioritized remediation roadmaps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S/4HANA transformation-readiness scoring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BRISTLECONE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2026-09-22T10:21:48Z</dcterms:created>
  <dcterms:modified xsi:type="dcterms:W3CDTF">2026-09-22T10:21:48Z</dcterms:modified>
</cp:coreProperties>
</file>