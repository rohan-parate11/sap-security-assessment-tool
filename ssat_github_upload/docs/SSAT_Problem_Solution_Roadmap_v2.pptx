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SSAT: Automated SAP Security &amp; Compliance Assessment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multi-day manual review into a repeatable, audit-ready scan.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18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36192"/>
            <a:ext cx="3118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SSAT connects to a customer’s SAP landscape via RFC and automatically runs 20+ standardized security and compliance checks — replacing a multi-day manual review with a repeatable, audit-ready scan.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6824" y="91440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E9E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5424" y="10972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1536192"/>
            <a:ext cx="3118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automated checks across users, roles &amp; system security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RFC call log per check, for audit &amp; troubleshooting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Excel report with full technical detail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standard SAP RFC — no new software to install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6448" y="91440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E9E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5048" y="10972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to Customer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85048" y="1536192"/>
            <a:ext cx="3118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scan in minutes, not days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checks every time — no gaps between consultants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by design — no changes made to your system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 documented for consultants and the business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1623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9776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416552"/>
            <a:ext cx="3118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checklist walkthroughs — days per engagement, done by hand in SAP GUI.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between consultants — no standard for what “good” looks like.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compiled into spreadsheets after the fact — nothing repeatable or scalable.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06824" y="37947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18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39776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441655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35424" y="489204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163056" y="441655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489204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turnaround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543153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5907024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calls logged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163056" y="543153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5907024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report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56448" y="37947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6B75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85048" y="39776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385048" y="4416552"/>
            <a:ext cx="3118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1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checks live, proven on a real SAP system</a:t>
            </a:r>
            <a:endParaRPr lang="en-US" sz="10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E9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&amp; remediation guidance on every finding</a:t>
            </a:r>
            <a:endParaRPr lang="en-US" sz="10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6B7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—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62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dashboards &amp; AI-assisted remediation roadmaps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2026-09-22T13:36:26Z</dcterms:created>
  <dcterms:modified xsi:type="dcterms:W3CDTF">2026-09-22T13:36:26Z</dcterms:modified>
</cp:coreProperties>
</file>