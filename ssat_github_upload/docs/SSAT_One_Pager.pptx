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2939A"/>
              </a:gs>
              <a:gs pos="100000">
                <a:srgbClr val="3FA76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400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FFFFFF"/>
                </a:solidFill>
                <a:latin typeface="Segoe UI"/>
              </a:rPr>
              <a:t>BRISTLECONE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18A5C"/>
                </a:solidFill>
                <a:latin typeface="Segoe UI"/>
              </a:rPr>
              <a:t>Automated SAP Security &amp; Compliance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11384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580"/>
                </a:solidFill>
                <a:latin typeface="Segoe UI"/>
              </a:rPr>
              <a:t>Runs 20+ automated checks directly against your SAP system via RFC -- covering users, roles, authorizations, system hardening, RFC/Gateway security, and Fiori/OData exposure. Turns a multi-day manual review into a repeatable scan, with every check, finding, and underlying RFC call logged for full audit and consultant troubleshooting.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12848"/>
            <a:ext cx="6537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32E"/>
                </a:solidFill>
                <a:latin typeface="Segoe UI"/>
              </a:rPr>
              <a:t>How SSAT Transforms Your Assessment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578608"/>
            <a:ext cx="6537960" cy="562356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578608"/>
            <a:ext cx="132588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232E"/>
                </a:solidFill>
                <a:latin typeface="Segoe UI"/>
              </a:rPr>
              <a:t>Security assessments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2633472"/>
            <a:ext cx="224027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580"/>
                </a:solidFill>
                <a:latin typeface="Segoe UI"/>
              </a:rPr>
              <a:t>Manual checklist walkthroughs, hours per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578608"/>
            <a:ext cx="32004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18A5C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633472"/>
            <a:ext cx="23317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8A5C"/>
                </a:solidFill>
                <a:latin typeface="Segoe UI"/>
              </a:rPr>
              <a:t>Automated RFC scan, minutes per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195828"/>
            <a:ext cx="6537960" cy="562356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195828"/>
            <a:ext cx="132588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232E"/>
                </a:solidFill>
                <a:latin typeface="Segoe UI"/>
              </a:rPr>
              <a:t>Check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3250692"/>
            <a:ext cx="224027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580"/>
                </a:solidFill>
                <a:latin typeface="Segoe UI"/>
              </a:rPr>
              <a:t>Varies by consultant, easy to miss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195828"/>
            <a:ext cx="32004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18A5C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250692"/>
            <a:ext cx="23317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8A5C"/>
                </a:solidFill>
                <a:latin typeface="Segoe UI"/>
              </a:rPr>
              <a:t>Same 20+ checks, every time, no gaps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13048"/>
            <a:ext cx="6537960" cy="562356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813048"/>
            <a:ext cx="132588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232E"/>
                </a:solidFill>
                <a:latin typeface="Segoe UI"/>
              </a:rPr>
              <a:t>Findings &amp;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3867911"/>
            <a:ext cx="224027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580"/>
                </a:solidFill>
                <a:latin typeface="Segoe UI"/>
              </a:rPr>
              <a:t>Raw notes, no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3813048"/>
            <a:ext cx="32004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18A5C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867911"/>
            <a:ext cx="23317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8A5C"/>
                </a:solidFill>
                <a:latin typeface="Segoe UI"/>
              </a:rPr>
              <a:t>Auto-ranked by severity &amp;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430268"/>
            <a:ext cx="6537960" cy="562356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430268"/>
            <a:ext cx="132588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232E"/>
                </a:solidFill>
                <a:latin typeface="Segoe UI"/>
              </a:rP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4485132"/>
            <a:ext cx="224027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580"/>
                </a:solidFill>
                <a:latin typeface="Segoe UI"/>
              </a:rPr>
              <a:t>Manually assembled after the fact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4430268"/>
            <a:ext cx="32004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18A5C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485132"/>
            <a:ext cx="23317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8A5C"/>
                </a:solidFill>
                <a:latin typeface="Segoe UI"/>
              </a:rPr>
              <a:t>One-click Excel + criteria documentation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047488"/>
            <a:ext cx="6537960" cy="562356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047488"/>
            <a:ext cx="132588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232E"/>
                </a:solidFill>
                <a:latin typeface="Segoe UI"/>
              </a:rPr>
              <a:t>Troubleshooting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5102351"/>
            <a:ext cx="224027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580"/>
                </a:solidFill>
                <a:latin typeface="Segoe UI"/>
              </a:rPr>
              <a:t>Re-run manually to see what happened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5047488"/>
            <a:ext cx="320040" cy="562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18A5C"/>
                </a:solidFill>
                <a:latin typeface="Segoe U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5102351"/>
            <a:ext cx="23317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8A5C"/>
                </a:solidFill>
                <a:latin typeface="Segoe UI"/>
              </a:rPr>
              <a:t>Full RFC call log per check, built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212848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32E"/>
                </a:solidFill>
                <a:latin typeface="Segoe UI"/>
              </a:rPr>
              <a:t>Tangible Outcomes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2578608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15783" y="272491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5783" y="3145536"/>
            <a:ext cx="1874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18A5C"/>
                </a:solidFill>
                <a:latin typeface="Segoe UI"/>
              </a:rPr>
              <a:t>20+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5783" y="3538728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B7580"/>
                </a:solidFill>
                <a:latin typeface="Segoe UI"/>
              </a:rPr>
              <a:t>automated checks across users, roles &amp; system security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2578608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93224" y="272491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3224" y="3145536"/>
            <a:ext cx="1874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18A5C"/>
                </a:solidFill>
                <a:latin typeface="Segoe UI"/>
              </a:rPr>
              <a:t>Minutes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93224" y="3538728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B7580"/>
                </a:solidFill>
                <a:latin typeface="Segoe UI"/>
              </a:rPr>
              <a:t>not days -- full system scan turnaround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69480" y="4288536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15783" y="4434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15783" y="4855464"/>
            <a:ext cx="1874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18A5C"/>
                </a:solidFill>
                <a:latin typeface="Segoe UI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5783" y="5248655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B7580"/>
                </a:solidFill>
                <a:latin typeface="Segoe UI"/>
              </a:rPr>
              <a:t>of RFC calls logged for audit &amp; troubleshooting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4288536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93224" y="4434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93224" y="4855464"/>
            <a:ext cx="1874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18A5C"/>
                </a:solidFill>
                <a:latin typeface="Segoe UI"/>
              </a:rPr>
              <a:t>1-Click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93224" y="5248655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B7580"/>
                </a:solidFill>
                <a:latin typeface="Segoe UI"/>
              </a:rPr>
              <a:t>Excel report + criteria docs, generated instantly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5321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504688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6232E"/>
                </a:solidFill>
                <a:latin typeface="Segoe UI"/>
              </a:rPr>
              <a:t>Read-only by design -- no changes made to your system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55321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5504688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6232E"/>
                </a:solidFill>
                <a:latin typeface="Segoe UI"/>
              </a:rPr>
              <a:t>Built on standard SAP RFC -- no new software to install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55321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504688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6232E"/>
                </a:solidFill>
                <a:latin typeface="Segoe UI"/>
              </a:rPr>
              <a:t>Every check documented for consultants and the business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32E"/>
                </a:solidFill>
                <a:latin typeface="Segoe UI"/>
              </a:rPr>
              <a:t>BRISTLECONE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649224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A2AA"/>
                </a:solidFill>
                <a:latin typeface="Segoe UI"/>
              </a:rPr>
              <a:t>© 2026 Bristlecone.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